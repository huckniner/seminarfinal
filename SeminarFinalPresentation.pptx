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sldIdLst>
    <p:sldId id="256" r:id="rId2"/>
    <p:sldId id="257" r:id="rId3"/>
    <p:sldId id="271" r:id="rId4"/>
    <p:sldId id="272" r:id="rId5"/>
    <p:sldId id="273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0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Building a Japanese Mini-GPT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By: Damian Huck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61030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rPr dirty="0"/>
              <a:t>Project </a:t>
            </a:r>
            <a:r>
              <a:rPr lang="en-US" dirty="0"/>
              <a:t>Overview/Goals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515890"/>
            <a:ext cx="6846170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Build a small GPT-style model trained on Japanese text.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Built entirely from scratch in Python + </a:t>
            </a:r>
            <a:r>
              <a:rPr lang="en-US" sz="2200" dirty="0" err="1"/>
              <a:t>PyTorch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Learn how Transformers work internally.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Understand dataset prep, training, and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0CC53-1431-B2FB-90B2-71F4A187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9C3B-BAEF-68CA-2715-D2D3519E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55E05-3152-EF10-0B6E-2FA6E6AFAFA1}"/>
              </a:ext>
            </a:extLst>
          </p:cNvPr>
          <p:cNvSpPr txBox="1"/>
          <p:nvPr/>
        </p:nvSpPr>
        <p:spPr>
          <a:xfrm>
            <a:off x="457200" y="274320"/>
            <a:ext cx="27047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rPr lang="en-US" dirty="0"/>
              <a:t>How It Works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7A241-3E03-A767-DC00-CD3A1451E81B}"/>
              </a:ext>
            </a:extLst>
          </p:cNvPr>
          <p:cNvSpPr txBox="1"/>
          <p:nvPr/>
        </p:nvSpPr>
        <p:spPr>
          <a:xfrm>
            <a:off x="258800" y="1410355"/>
            <a:ext cx="8988166" cy="5447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dirty="0"/>
              <a:t>The Japanese dataset is loaded from a CSV file and combined into one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dirty="0"/>
              <a:t>long training string for the model to learn from.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The script is then cleaned and removes emojis, English letters, and 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symbols so only Hiragana, Katakana, Kanji, and key punctuation remain.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dirty="0"/>
              <a:t>Every unique Japanese character is then assigned a numeric ID, the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dirty="0"/>
              <a:t>model uses these IDs instead of raw text.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dirty="0"/>
              <a:t>The encode() function turns sentences into integer sequences so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dirty="0" err="1"/>
              <a:t>PyTorch</a:t>
            </a:r>
            <a:r>
              <a:rPr lang="en-US" dirty="0"/>
              <a:t> can process them.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dirty="0"/>
              <a:t>The model learns patterns in Japanese by predicting the next character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dirty="0"/>
              <a:t>repeatedly across thousands of training steps.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dirty="0"/>
              <a:t>The model uses self-attention to decide which characters influence each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dirty="0"/>
              <a:t>prediction. An example of this could be that it learns that verbs appear at the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dirty="0"/>
              <a:t>end of Japanese sentences, or that certain kanji pairs are often together.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dirty="0"/>
              <a:t>After training, the model takes a starting token and predicts one new 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dirty="0"/>
              <a:t>character at a time, producing original Japanese like text.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517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C83E5-0F93-DA11-406C-D509A1D1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5ED20-8C2F-431F-3DC2-0AD89611E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A9EE6-22E7-C28F-90E7-224E7332CA02}"/>
              </a:ext>
            </a:extLst>
          </p:cNvPr>
          <p:cNvSpPr txBox="1"/>
          <p:nvPr/>
        </p:nvSpPr>
        <p:spPr>
          <a:xfrm>
            <a:off x="457200" y="274320"/>
            <a:ext cx="42966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rPr lang="en-US" dirty="0"/>
              <a:t>What is Self-Attention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7FD7DFC-710A-0408-197E-51EC8BF96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44" y="1351508"/>
            <a:ext cx="914962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Self-attention is how the model decides which parts of a sentence matter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most when predicting the next character or 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It looks at all characters in the input at the same time and assigns each one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weight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(importance score).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model learns relationships between characters,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Which kanji often appear together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How particles (は, を, に) relate to other words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That Japanese verbs usually appear at the end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This helps the model understand context, not just memorize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Why it matters:</a:t>
            </a:r>
            <a:b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Self-attention is what allows GPT models to generate fluent, meaningful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text instead of random characters.</a:t>
            </a:r>
          </a:p>
        </p:txBody>
      </p:sp>
    </p:spTree>
    <p:extLst>
      <p:ext uri="{BB962C8B-B14F-4D97-AF65-F5344CB8AC3E}">
        <p14:creationId xmlns:p14="http://schemas.microsoft.com/office/powerpoint/2010/main" val="203374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08BD0-BE7E-B02A-533D-6E7831F9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65F5-1686-2151-30F3-6C93351A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545F2-DB54-C861-3E4F-06BFE26C0856}"/>
              </a:ext>
            </a:extLst>
          </p:cNvPr>
          <p:cNvSpPr txBox="1"/>
          <p:nvPr/>
        </p:nvSpPr>
        <p:spPr>
          <a:xfrm>
            <a:off x="457200" y="274320"/>
            <a:ext cx="42966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rPr lang="en-US" dirty="0"/>
              <a:t>What is Self-Attention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A0376A-72B3-5D98-F5DC-1899F088F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17" y="1552536"/>
            <a:ext cx="23559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>
                <a:solidFill>
                  <a:schemeClr val="bg1"/>
                </a:solidFill>
              </a:rPr>
              <a:t>Self-Attention GIF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39E644-1655-BDDC-5D23-4F7DD281C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364" y="2315026"/>
            <a:ext cx="4831272" cy="426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49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rPr dirty="0"/>
              <a:t>Environment: Google Colab + Drive + Device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8E874B2-78B4-82A6-EE2C-39462127C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580" y="2269041"/>
            <a:ext cx="5768840" cy="3619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2CBD6D-8034-A4E7-18FD-B35979A3B132}"/>
              </a:ext>
            </a:extLst>
          </p:cNvPr>
          <p:cNvSpPr txBox="1"/>
          <p:nvPr/>
        </p:nvSpPr>
        <p:spPr>
          <a:xfrm>
            <a:off x="457200" y="1604145"/>
            <a:ext cx="72122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Using Drive to get my CSV and check if I have a GPU or CPU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Model Hyperparameters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E1801A-409F-AA5F-7342-200F47205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27" y="2736629"/>
            <a:ext cx="6767146" cy="2949196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1AABF3AD-42AE-7BEF-F699-EA52DB6AC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65" y="1523034"/>
            <a:ext cx="848911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Key training settings that control how the Japanese GPT model learns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Hyperparameters shape speed, quality, and model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 used </a:t>
            </a:r>
            <a:r>
              <a:rPr lang="en-US" altLang="en-US" sz="2200" dirty="0">
                <a:solidFill>
                  <a:schemeClr val="bg1"/>
                </a:solidFill>
                <a:latin typeface="+mj-lt"/>
              </a:rPr>
              <a:t>small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but realistic values for a custom character-level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Loading the Japanese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829737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CSV file loaded from Google Drive.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All text combined into one long training string.</a:t>
            </a:r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53D4392-CFC5-E336-90C2-40CF362D0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42" y="2435805"/>
            <a:ext cx="7305715" cy="1986390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7365DE25-0545-7CFE-B56B-A9EDA7CF7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84" y="4588778"/>
            <a:ext cx="905591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Reads the CSV file from your Google Drive using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pd.read_csv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data_path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), loading all Japanese text into a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DataFrame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Checks that the CSV contains the correct column (named "text"); if not, it raises an error so you don’t train on the wrong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Combines all rows into one long training string using " ".join(...), then prints the total number of characters for confirmation.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Cleaning the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00396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Keep</a:t>
            </a:r>
            <a:r>
              <a:rPr lang="en-US" dirty="0"/>
              <a:t>s</a:t>
            </a:r>
            <a:r>
              <a:rPr dirty="0"/>
              <a:t> only Japanese characters (Hiragana, Katakana, Kanji)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Remove symbols, emojis, and English letters</a:t>
            </a:r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EC52C8F-ECF0-B6CC-8345-C6CB8382C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35160"/>
            <a:ext cx="7948349" cy="31854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Building the Vocabulary</a:t>
            </a: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08893F6-951B-7EF7-726F-ECDCCB2AD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129" y="3334560"/>
            <a:ext cx="6175492" cy="352344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8C06023-674E-A362-C795-B539B2CE7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68" y="1272695"/>
            <a:ext cx="915827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Every unique character gets a numeric 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Creates a vocabulary by taking every unique character in the cleaned text, sorting them,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counting them, and this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becomes the set of characters the model can learn.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Builds two dictionaries (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stoi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itos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that map characters → numbers and numbers → characters,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allowing the model to switch between text and numeric IDs.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Defines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encode()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decode()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functions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so the model can convert full strings into sequences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numbers (for training) and convert model outputs back into readable Japanese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Preparing Training Batches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248745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Convert all characters to </a:t>
            </a:r>
            <a:r>
              <a:rPr dirty="0" err="1"/>
              <a:t>PyTorch</a:t>
            </a:r>
            <a:r>
              <a:rPr dirty="0"/>
              <a:t> tensors.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Random batches help model generalize.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Train/validation split: 90% / 10%.</a:t>
            </a:r>
          </a:p>
        </p:txBody>
      </p:sp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33CA17A0-16A5-90EA-155A-561D6CCB5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028" y="2573715"/>
            <a:ext cx="5585944" cy="40541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Self-Attention (Single Head)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201476" cy="24006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Self-attention helps the model determine how much each part of a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sequence should influence every other part..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dirty="0"/>
              <a:t>Learns which previous characters matter.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Backbone of Transformer models.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One attention head lets the model look back at previous characters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 and decide which ones matter most.</a:t>
            </a:r>
          </a:p>
        </p:txBody>
      </p:sp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8FDB4E88-AAB9-E563-C114-8CA6C655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07996"/>
            <a:ext cx="7589562" cy="8340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Transformer Block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060633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Multi-head attention + </a:t>
            </a:r>
            <a:r>
              <a:rPr dirty="0" err="1"/>
              <a:t>FeedForward</a:t>
            </a:r>
            <a:r>
              <a:rPr dirty="0"/>
              <a:t> network.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 err="1"/>
              <a:t>LayerNorm</a:t>
            </a:r>
            <a:r>
              <a:rPr dirty="0"/>
              <a:t> and skip connections included.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Multi-head attention = several heads in parallel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 err="1"/>
              <a:t>FeedForward</a:t>
            </a:r>
            <a:r>
              <a:rPr lang="en-US" sz="2200" dirty="0"/>
              <a:t> = small fully-connected network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Block = attention + MLP + skip connections.</a:t>
            </a:r>
            <a:endParaRPr dirty="0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AF1ACB1-0575-B011-DB1C-F7EA4D6E6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49" y="4160484"/>
            <a:ext cx="5826854" cy="16053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Building the GPT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308778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Embeddings + multiple Transformer blocks.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Forward pass produces next-character predictions.</a:t>
            </a:r>
          </a:p>
        </p:txBody>
      </p:sp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A3684622-BCEE-65EF-50CD-43D53EECB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603" y="2235160"/>
            <a:ext cx="6158793" cy="46121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Training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4930581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Uses </a:t>
            </a:r>
            <a:r>
              <a:rPr dirty="0" err="1"/>
              <a:t>AdamW</a:t>
            </a:r>
            <a:r>
              <a:rPr dirty="0"/>
              <a:t> optimizer.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Computes loss for train and validation.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Saves checkpoints while training.</a:t>
            </a:r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5C04A7C-4351-B7BC-87CF-B0184AB7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945" y="2573714"/>
            <a:ext cx="6774110" cy="40010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0B8B5-4D1B-1D74-84FD-4C72371B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8C94C-959B-FE91-CEE9-6C95760C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5EEFD-EA08-8ED3-B3C8-314994EEF335}"/>
              </a:ext>
            </a:extLst>
          </p:cNvPr>
          <p:cNvSpPr txBox="1"/>
          <p:nvPr/>
        </p:nvSpPr>
        <p:spPr>
          <a:xfrm>
            <a:off x="457200" y="274320"/>
            <a:ext cx="47412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rPr dirty="0"/>
              <a:t>Training Loop</a:t>
            </a:r>
            <a:r>
              <a:rPr lang="en-US" dirty="0"/>
              <a:t> Continued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B6504-80C7-FB05-44B9-5F12FB786502}"/>
              </a:ext>
            </a:extLst>
          </p:cNvPr>
          <p:cNvSpPr txBox="1"/>
          <p:nvPr/>
        </p:nvSpPr>
        <p:spPr>
          <a:xfrm>
            <a:off x="640080" y="1188720"/>
            <a:ext cx="8394157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This is the complete model: embeddings + multiple Transformer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blocks + output layer. Then generate lets it produce Japanese characters</a:t>
            </a:r>
            <a:endParaRPr dirty="0"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9ABE01D-BDEA-551C-C4A9-B23767424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8" y="2573715"/>
            <a:ext cx="9030483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20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Japanese Text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152646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Model generates one character at a time.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Starts from an empty context and builds forward.</a:t>
            </a: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1CBF757-6A6F-C583-04F4-10904D68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66" y="2541749"/>
            <a:ext cx="8070467" cy="31275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Reflection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386364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Learned how GPT models work internally.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Clean data and batching are extremely important.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/>
              <a:t>Future step: train with more data for better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843</Words>
  <Application>Microsoft Office PowerPoint</Application>
  <PresentationFormat>On-screen Show (4:3)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Unicode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Damian L. Huck</cp:lastModifiedBy>
  <cp:revision>37</cp:revision>
  <dcterms:created xsi:type="dcterms:W3CDTF">2013-01-27T09:14:16Z</dcterms:created>
  <dcterms:modified xsi:type="dcterms:W3CDTF">2025-12-10T19:37:12Z</dcterms:modified>
  <cp:category/>
</cp:coreProperties>
</file>